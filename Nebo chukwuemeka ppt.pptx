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Feedback &amp; Recommendation Rates by Aircraft Model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ribbonChart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hyperlink" Target="https://app.powerbi.com/groups/me/reports/8df67a0c-da1d-46ec-9d30-9e0effdf17cb/?pbi_source=PowerPoint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5896610" y="3923665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i="1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Food &amp; Beverages</a:t>
            </a:r>
            <a:r>
              <a:rPr lang="en-US" altLang="en-US" sz="1600" i="1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: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i="1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Long wait times for service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1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Snacks and drinks often run out before reaching all passengers</a:t>
            </a:r>
            <a:endParaRPr kumimoji="0" lang="en-US" altLang="en-GB" sz="1600" b="0" i="1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1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Poor taste and quality reported by frequent flyers</a:t>
            </a:r>
            <a:endParaRPr kumimoji="0" lang="en-US" altLang="en-GB" sz="1600" b="0" i="1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i="1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Value for Money</a:t>
            </a:r>
            <a:r>
              <a:rPr lang="en-US" altLang="en-US" sz="1600" i="1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: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GB" sz="1600" i="1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Passengers expect better amenities for the fare paid</a:t>
            </a:r>
            <a:endParaRPr lang="en-US" altLang="en-GB" sz="1600" i="1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1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Extra charges for basic services (like seat selection or luggage) frustrate travelers</a:t>
            </a:r>
            <a:endParaRPr kumimoji="0" lang="en-US" altLang="en-GB" sz="1600" b="0" i="1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1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Ticket prices perceived as too high compared to service quality</a:t>
            </a:r>
            <a:endParaRPr kumimoji="0" lang="en-US" altLang="en-GB" sz="1600" b="0" i="1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1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Poor cost-to-comfort ratio, especially in Economy Class</a:t>
            </a:r>
            <a:endParaRPr kumimoji="0" lang="en-US" altLang="en-GB" sz="1600" b="0" i="1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recommendation_pie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85" y="885825"/>
            <a:ext cx="3658235" cy="2827020"/>
          </a:xfrm>
          <a:prstGeom prst="rect">
            <a:avLst/>
          </a:prstGeom>
        </p:spPr>
      </p:pic>
      <p:pic>
        <p:nvPicPr>
          <p:cNvPr id="10" name="Picture" title="This slide contains the following visuals: Feedback &amp; Recommendation Rates by Aircraft Model ,clusteredBarChart ,clusteredColumnChart ,ribbonChart. Please refer to the notes on this slide for details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880" y="1063625"/>
            <a:ext cx="6647180" cy="2729230"/>
          </a:xfrm>
          <a:prstGeom prst="rect">
            <a:avLst/>
          </a:prstGeom>
          <a:noFill/>
        </p:spPr>
      </p:pic>
      <p:sp>
        <p:nvSpPr>
          <p:cNvPr id="11" name="Text Box 10"/>
          <p:cNvSpPr txBox="1"/>
          <p:nvPr/>
        </p:nvSpPr>
        <p:spPr>
          <a:xfrm>
            <a:off x="208280" y="3606165"/>
            <a:ext cx="5080000" cy="309816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GB" sz="1600"/>
              <a:t>Based on my analysis, I identified several critical flaws in British Airways' service. In 2003, there was a notable rise in negative feedback, primarily driven by Business Class passengers. While First Class saw a decline in complaints, the surge in dissatisfaction from Business Class offset this improvement. This shift left a negative impression on premium passengers, many of whom reported rude interactions with staff and malfunctioning Wi-Fi services in Business Class. Overall, a significant 6</a:t>
            </a:r>
            <a:r>
              <a:rPr lang="en-GB" altLang="en-US" sz="1600"/>
              <a:t>8.70</a:t>
            </a:r>
            <a:r>
              <a:rPr lang="en-US" altLang="en-GB" sz="1600"/>
              <a:t>% of customers expressed dissatisfaction, citing subpar food and beverage quality, poor value for money, and delayed refund processes as major concerns</a:t>
            </a:r>
            <a:endParaRPr lang="en-US" altLang="en-GB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18440" y="2070100"/>
            <a:ext cx="4666615" cy="1765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GB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Refund Process:</a:t>
            </a:r>
            <a:endParaRPr lang="en-US" altLang="en-GB" sz="2000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8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Slow refund processing times</a:t>
            </a:r>
            <a:endParaRPr lang="en-US" altLang="en-GB" sz="2800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8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Forced use of vouchers 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💲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8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Delays in customer support response</a:t>
            </a:r>
            <a:endParaRPr lang="en-US" altLang="en-GB" sz="2800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096000" y="1913255"/>
            <a:ext cx="6096000" cy="3588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🍽</a:t>
            </a: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Food &amp; Beverages: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 meal options based on dietary preferences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 with renowned food brands for better in-flight meals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💵</a:t>
            </a: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 for Money: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dynamic pricing based on customer loyalty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Bundle services (Wi-Fi, seating, meals) at a discounted rate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🕒</a:t>
            </a: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Refund Process: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real-time refund tracking for customers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 a 24/7 dedicated refund support team</a:t>
            </a:r>
            <a:endParaRPr kumimoji="0" lang="en-US" alt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644775" y="57727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Focusing on these areas could greatly enhance the overall travel experience and increase customer loyalty for British Airways</a:t>
            </a:r>
            <a:endParaRPr lang="en-US" altLang="en-GB" sz="1600" i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644775" y="5632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  <a:latin typeface="Arial Bold" panose="020B0704020202020204" pitchFamily="34" charset="0"/>
                <a:cs typeface="Arial Bold" panose="020B0704020202020204" pitchFamily="34" charset="0"/>
                <a:sym typeface="+mn-ea"/>
              </a:rPr>
              <a:t>Main Areas for Improvement</a:t>
            </a:r>
            <a:endParaRPr lang="en-US" altLang="en-US" sz="2800" b="1" u="sng" dirty="0">
              <a:solidFill>
                <a:schemeClr val="accent1">
                  <a:lumMod val="50000"/>
                </a:schemeClr>
              </a:solidFill>
              <a:latin typeface="Arial Bold" panose="020B0704020202020204" pitchFamily="34" charset="0"/>
              <a:cs typeface="Arial Bold" panose="020B07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WPS Presentation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SimSun</vt:lpstr>
      <vt:lpstr>Wingdings</vt:lpstr>
      <vt:lpstr>Segoe UI Light</vt:lpstr>
      <vt:lpstr>Arial</vt:lpstr>
      <vt:lpstr>Segoe UI</vt:lpstr>
      <vt:lpstr>Segoe UI Semibold</vt:lpstr>
      <vt:lpstr>Microsoft YaHei</vt:lpstr>
      <vt:lpstr>Arial Unicode MS</vt:lpstr>
      <vt:lpstr>Calibri Light</vt:lpstr>
      <vt:lpstr>Calibri</vt:lpstr>
      <vt:lpstr>等线</vt:lpstr>
      <vt:lpstr>Arial Bold</vt:lpstr>
      <vt:lpstr>Custom Design</vt:lpstr>
      <vt:lpstr>PowerPoint 演示文稿</vt:lpstr>
      <vt:lpstr>Page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Nebo Emeka</cp:lastModifiedBy>
  <cp:revision>5</cp:revision>
  <dcterms:created xsi:type="dcterms:W3CDTF">2016-09-04T11:54:00Z</dcterms:created>
  <dcterms:modified xsi:type="dcterms:W3CDTF">2025-04-09T17:27:28Z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BD0ABCBFA98B40DCA5169E67CEC398DD_12</vt:lpwstr>
  </property>
  <property fmtid="{D5CDD505-2E9C-101B-9397-08002B2CF9AE}" pid="3" name="KSOProductBuildVer">
    <vt:lpwstr>2057-12.2.0.20348</vt:lpwstr>
  </property>
</Properties>
</file>